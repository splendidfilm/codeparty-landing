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4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18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027072"/>
        <c:axId val="85037056"/>
      </c:barChart>
      <c:catAx>
        <c:axId val="8502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37056"/>
        <c:crosses val="autoZero"/>
        <c:auto val="1"/>
        <c:lblAlgn val="ctr"/>
        <c:lblOffset val="100"/>
        <c:noMultiLvlLbl val="0"/>
      </c:catAx>
      <c:valAx>
        <c:axId val="85037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02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tint val="60000"/>
  </cs:variation>
  <cs:variation>
    <a:shade val="60000"/>
  </cs:variation>
  <cs:variation>
    <a:tint val="80000"/>
  </cs:variation>
  <cs:variation>
    <a:shade val="80000"/>
  </cs:variation>
  <cs:variation>
    <a:tint val="50000"/>
  </cs:variation>
  <cs:variation>
    <a:shade val="50000"/>
  </cs:variation>
  <cs:variation>
    <a:tint val="70000"/>
  </cs:variation>
  <cs:variation>
    <a:shade val="7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95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55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395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395"/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95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3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395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6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395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3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66206-F105-4FC9-B0E6-782D9AB75E2F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7BC11D0-55D3-43E3-A43F-B6A71A885D80}">
      <dgm:prSet phldrT="[Text]"/>
      <dgm:spPr/>
      <dgm:t>
        <a:bodyPr/>
        <a:lstStyle/>
        <a:p>
          <a:r>
            <a:rPr lang="en-US" dirty="0" smtClean="0"/>
            <a:t>One</a:t>
          </a:r>
          <a:endParaRPr lang="en-US" dirty="0"/>
        </a:p>
      </dgm:t>
    </dgm:pt>
    <dgm:pt modelId="{A78B7888-9EC6-47E7-B8A9-0A97BB2FC4BD}" type="parTrans" cxnId="{E25BC361-25A7-42CA-8CBB-441F9CA3A99F}">
      <dgm:prSet/>
      <dgm:spPr/>
      <dgm:t>
        <a:bodyPr/>
        <a:lstStyle/>
        <a:p>
          <a:endParaRPr lang="en-US"/>
        </a:p>
      </dgm:t>
    </dgm:pt>
    <dgm:pt modelId="{C424A7BB-2135-46D3-87E1-5A6A59284AFD}" type="sibTrans" cxnId="{E25BC361-25A7-42CA-8CBB-441F9CA3A99F}">
      <dgm:prSet/>
      <dgm:spPr/>
      <dgm:t>
        <a:bodyPr/>
        <a:lstStyle/>
        <a:p>
          <a:endParaRPr lang="en-US"/>
        </a:p>
      </dgm:t>
    </dgm:pt>
    <dgm:pt modelId="{5C7EF678-FE25-4D1A-AF85-085FC1FA3A4F}">
      <dgm:prSet phldrT="[Text]"/>
      <dgm:spPr/>
      <dgm:t>
        <a:bodyPr/>
        <a:lstStyle/>
        <a:p>
          <a:r>
            <a:rPr lang="en-US" dirty="0" smtClean="0"/>
            <a:t>Two</a:t>
          </a:r>
          <a:endParaRPr lang="en-US" dirty="0"/>
        </a:p>
      </dgm:t>
    </dgm:pt>
    <dgm:pt modelId="{C39B8F06-484A-4CE3-8257-9BFD995950AC}" type="parTrans" cxnId="{C5F42C8F-71BF-4C63-B647-CF2CF6507EDE}">
      <dgm:prSet/>
      <dgm:spPr/>
      <dgm:t>
        <a:bodyPr/>
        <a:lstStyle/>
        <a:p>
          <a:endParaRPr lang="en-US"/>
        </a:p>
      </dgm:t>
    </dgm:pt>
    <dgm:pt modelId="{B7686229-EB1A-42B1-A417-80FA3004A860}" type="sibTrans" cxnId="{C5F42C8F-71BF-4C63-B647-CF2CF6507EDE}">
      <dgm:prSet/>
      <dgm:spPr/>
      <dgm:t>
        <a:bodyPr/>
        <a:lstStyle/>
        <a:p>
          <a:endParaRPr lang="en-US"/>
        </a:p>
      </dgm:t>
    </dgm:pt>
    <dgm:pt modelId="{5C42631F-BC7E-446A-A2C1-2DA735014323}">
      <dgm:prSet phldrT="[Text]"/>
      <dgm:spPr/>
      <dgm:t>
        <a:bodyPr/>
        <a:lstStyle/>
        <a:p>
          <a:r>
            <a:rPr lang="en-US" dirty="0" smtClean="0"/>
            <a:t>Three</a:t>
          </a:r>
          <a:endParaRPr lang="en-US" dirty="0"/>
        </a:p>
      </dgm:t>
    </dgm:pt>
    <dgm:pt modelId="{7711197F-B7FE-4618-A2D7-9355822CB677}" type="parTrans" cxnId="{7F71EC5F-4DC3-4EBB-B706-2E8B44594932}">
      <dgm:prSet/>
      <dgm:spPr/>
      <dgm:t>
        <a:bodyPr/>
        <a:lstStyle/>
        <a:p>
          <a:endParaRPr lang="en-US"/>
        </a:p>
      </dgm:t>
    </dgm:pt>
    <dgm:pt modelId="{09168679-EFD3-4C41-83E6-B6AEBE70E7B8}" type="sibTrans" cxnId="{7F71EC5F-4DC3-4EBB-B706-2E8B44594932}">
      <dgm:prSet/>
      <dgm:spPr/>
      <dgm:t>
        <a:bodyPr/>
        <a:lstStyle/>
        <a:p>
          <a:endParaRPr lang="en-US"/>
        </a:p>
      </dgm:t>
    </dgm:pt>
    <dgm:pt modelId="{B2DE4830-BD7C-45D8-BDAC-E18513AB33FB}">
      <dgm:prSet phldrT="[Text]"/>
      <dgm:spPr/>
      <dgm:t>
        <a:bodyPr/>
        <a:lstStyle/>
        <a:p>
          <a:r>
            <a:rPr lang="en-US" dirty="0" smtClean="0"/>
            <a:t>Four</a:t>
          </a:r>
          <a:endParaRPr lang="en-US" dirty="0"/>
        </a:p>
      </dgm:t>
    </dgm:pt>
    <dgm:pt modelId="{EB53C7C0-4758-44AF-A980-9E167BC896B5}" type="parTrans" cxnId="{66788F15-E3A4-4018-98CB-944063A8B19D}">
      <dgm:prSet/>
      <dgm:spPr/>
      <dgm:t>
        <a:bodyPr/>
        <a:lstStyle/>
        <a:p>
          <a:endParaRPr lang="en-US"/>
        </a:p>
      </dgm:t>
    </dgm:pt>
    <dgm:pt modelId="{0AFD78CF-2377-449C-9D5E-AD0064AF6537}" type="sibTrans" cxnId="{66788F15-E3A4-4018-98CB-944063A8B19D}">
      <dgm:prSet/>
      <dgm:spPr/>
      <dgm:t>
        <a:bodyPr/>
        <a:lstStyle/>
        <a:p>
          <a:endParaRPr lang="en-US"/>
        </a:p>
      </dgm:t>
    </dgm:pt>
    <dgm:pt modelId="{659F8164-3865-4209-AED1-A776BE657C65}">
      <dgm:prSet phldrT="[Text]"/>
      <dgm:spPr/>
      <dgm:t>
        <a:bodyPr/>
        <a:lstStyle/>
        <a:p>
          <a:r>
            <a:rPr lang="en-US" dirty="0" smtClean="0"/>
            <a:t>Five</a:t>
          </a:r>
          <a:endParaRPr lang="en-US" dirty="0"/>
        </a:p>
      </dgm:t>
    </dgm:pt>
    <dgm:pt modelId="{2296093A-95A2-4FB0-8B75-00735E57B9C2}" type="parTrans" cxnId="{216D771A-7CDB-4D17-A05D-DFE006C3C50E}">
      <dgm:prSet/>
      <dgm:spPr/>
      <dgm:t>
        <a:bodyPr/>
        <a:lstStyle/>
        <a:p>
          <a:endParaRPr lang="en-US"/>
        </a:p>
      </dgm:t>
    </dgm:pt>
    <dgm:pt modelId="{81888A9A-BE12-4857-9C3A-71FE8B9613DF}" type="sibTrans" cxnId="{216D771A-7CDB-4D17-A05D-DFE006C3C50E}">
      <dgm:prSet/>
      <dgm:spPr/>
      <dgm:t>
        <a:bodyPr/>
        <a:lstStyle/>
        <a:p>
          <a:endParaRPr lang="en-US"/>
        </a:p>
      </dgm:t>
    </dgm:pt>
    <dgm:pt modelId="{0455FCE7-4E31-4AE1-A9F2-027870EB50F8}">
      <dgm:prSet phldrT="[Text]"/>
      <dgm:spPr/>
      <dgm:t>
        <a:bodyPr/>
        <a:lstStyle/>
        <a:p>
          <a:r>
            <a:rPr lang="en-US" dirty="0" smtClean="0"/>
            <a:t>Six</a:t>
          </a:r>
          <a:endParaRPr lang="en-US" dirty="0"/>
        </a:p>
      </dgm:t>
    </dgm:pt>
    <dgm:pt modelId="{BFA2C38C-D51C-4A51-9874-32FF07C78494}" type="parTrans" cxnId="{F6345F56-E62F-4481-9BC6-365F4C5224D7}">
      <dgm:prSet/>
      <dgm:spPr/>
      <dgm:t>
        <a:bodyPr/>
        <a:lstStyle/>
        <a:p>
          <a:endParaRPr lang="en-US"/>
        </a:p>
      </dgm:t>
    </dgm:pt>
    <dgm:pt modelId="{EA1D5114-EFDA-41EB-BBBA-F2536033F506}" type="sibTrans" cxnId="{F6345F56-E62F-4481-9BC6-365F4C5224D7}">
      <dgm:prSet/>
      <dgm:spPr/>
      <dgm:t>
        <a:bodyPr/>
        <a:lstStyle/>
        <a:p>
          <a:endParaRPr lang="en-US"/>
        </a:p>
      </dgm:t>
    </dgm:pt>
    <dgm:pt modelId="{DA09A38E-FA29-4AEA-9F6F-C7DE78E044EE}" type="pres">
      <dgm:prSet presAssocID="{FBF66206-F105-4FC9-B0E6-782D9AB75E2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23D999-2362-4CA0-A1D7-FE26DAC98E12}" type="pres">
      <dgm:prSet presAssocID="{B7BC11D0-55D3-43E3-A43F-B6A71A885D80}" presName="centerShape" presStyleLbl="node0" presStyleIdx="0" presStyleCnt="1"/>
      <dgm:spPr/>
      <dgm:t>
        <a:bodyPr/>
        <a:lstStyle/>
        <a:p>
          <a:endParaRPr lang="en-US"/>
        </a:p>
      </dgm:t>
    </dgm:pt>
    <dgm:pt modelId="{CCBE9621-8D53-4B67-BB96-B7BA572BEA3B}" type="pres">
      <dgm:prSet presAssocID="{5C7EF678-FE25-4D1A-AF85-085FC1FA3A4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82AA39-FD35-4708-B192-78D06D5336EF}" type="pres">
      <dgm:prSet presAssocID="{5C7EF678-FE25-4D1A-AF85-085FC1FA3A4F}" presName="dummy" presStyleCnt="0"/>
      <dgm:spPr/>
    </dgm:pt>
    <dgm:pt modelId="{FACD027B-3496-4F11-A98D-E8E27B2093DC}" type="pres">
      <dgm:prSet presAssocID="{B7686229-EB1A-42B1-A417-80FA3004A860}" presName="sibTrans" presStyleLbl="sibTrans2D1" presStyleIdx="0" presStyleCnt="5"/>
      <dgm:spPr/>
      <dgm:t>
        <a:bodyPr/>
        <a:lstStyle/>
        <a:p>
          <a:endParaRPr lang="en-US"/>
        </a:p>
      </dgm:t>
    </dgm:pt>
    <dgm:pt modelId="{5DA5C551-C43D-4455-9111-EC957DCF5F24}" type="pres">
      <dgm:prSet presAssocID="{5C42631F-BC7E-446A-A2C1-2DA73501432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743182-FCCA-4843-BED2-A7E07AE98E6D}" type="pres">
      <dgm:prSet presAssocID="{5C42631F-BC7E-446A-A2C1-2DA735014323}" presName="dummy" presStyleCnt="0"/>
      <dgm:spPr/>
    </dgm:pt>
    <dgm:pt modelId="{1EF3A9FE-8BB8-4509-B0AA-E6C68AE3C6B6}" type="pres">
      <dgm:prSet presAssocID="{09168679-EFD3-4C41-83E6-B6AEBE70E7B8}" presName="sibTrans" presStyleLbl="sibTrans2D1" presStyleIdx="1" presStyleCnt="5"/>
      <dgm:spPr/>
      <dgm:t>
        <a:bodyPr/>
        <a:lstStyle/>
        <a:p>
          <a:endParaRPr lang="en-US"/>
        </a:p>
      </dgm:t>
    </dgm:pt>
    <dgm:pt modelId="{E87B7494-5A97-4AC4-B60C-7A3D5E58D346}" type="pres">
      <dgm:prSet presAssocID="{B2DE4830-BD7C-45D8-BDAC-E18513AB33FB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DC8328-6C2A-4EF1-8391-88ECBEC7317B}" type="pres">
      <dgm:prSet presAssocID="{B2DE4830-BD7C-45D8-BDAC-E18513AB33FB}" presName="dummy" presStyleCnt="0"/>
      <dgm:spPr/>
    </dgm:pt>
    <dgm:pt modelId="{9E74F42C-4A47-4429-A36B-700EC82CC601}" type="pres">
      <dgm:prSet presAssocID="{0AFD78CF-2377-449C-9D5E-AD0064AF6537}" presName="sibTrans" presStyleLbl="sibTrans2D1" presStyleIdx="2" presStyleCnt="5"/>
      <dgm:spPr/>
      <dgm:t>
        <a:bodyPr/>
        <a:lstStyle/>
        <a:p>
          <a:endParaRPr lang="en-US"/>
        </a:p>
      </dgm:t>
    </dgm:pt>
    <dgm:pt modelId="{C0B337F9-3E46-45C0-8AAC-F97D8F89E93D}" type="pres">
      <dgm:prSet presAssocID="{659F8164-3865-4209-AED1-A776BE657C6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F416D2-5855-4CBB-958D-ABDF8E3BA181}" type="pres">
      <dgm:prSet presAssocID="{659F8164-3865-4209-AED1-A776BE657C65}" presName="dummy" presStyleCnt="0"/>
      <dgm:spPr/>
    </dgm:pt>
    <dgm:pt modelId="{4D66AFCC-08C7-4293-BE06-05786D21463F}" type="pres">
      <dgm:prSet presAssocID="{81888A9A-BE12-4857-9C3A-71FE8B9613DF}" presName="sibTrans" presStyleLbl="sibTrans2D1" presStyleIdx="3" presStyleCnt="5"/>
      <dgm:spPr/>
      <dgm:t>
        <a:bodyPr/>
        <a:lstStyle/>
        <a:p>
          <a:endParaRPr lang="en-US"/>
        </a:p>
      </dgm:t>
    </dgm:pt>
    <dgm:pt modelId="{58A0DF15-1D45-4F24-A558-DBB190E13A3A}" type="pres">
      <dgm:prSet presAssocID="{0455FCE7-4E31-4AE1-A9F2-027870EB50F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55C6FC-8D28-40C3-AC16-F9DCAEAA2ECD}" type="pres">
      <dgm:prSet presAssocID="{0455FCE7-4E31-4AE1-A9F2-027870EB50F8}" presName="dummy" presStyleCnt="0"/>
      <dgm:spPr/>
    </dgm:pt>
    <dgm:pt modelId="{8EDB4C6B-ABB9-4872-ABCD-BF03F041FE3A}" type="pres">
      <dgm:prSet presAssocID="{EA1D5114-EFDA-41EB-BBBA-F2536033F506}" presName="sibTrans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66788F15-E3A4-4018-98CB-944063A8B19D}" srcId="{B7BC11D0-55D3-43E3-A43F-B6A71A885D80}" destId="{B2DE4830-BD7C-45D8-BDAC-E18513AB33FB}" srcOrd="2" destOrd="0" parTransId="{EB53C7C0-4758-44AF-A980-9E167BC896B5}" sibTransId="{0AFD78CF-2377-449C-9D5E-AD0064AF6537}"/>
    <dgm:cxn modelId="{216D771A-7CDB-4D17-A05D-DFE006C3C50E}" srcId="{B7BC11D0-55D3-43E3-A43F-B6A71A885D80}" destId="{659F8164-3865-4209-AED1-A776BE657C65}" srcOrd="3" destOrd="0" parTransId="{2296093A-95A2-4FB0-8B75-00735E57B9C2}" sibTransId="{81888A9A-BE12-4857-9C3A-71FE8B9613DF}"/>
    <dgm:cxn modelId="{7F71EC5F-4DC3-4EBB-B706-2E8B44594932}" srcId="{B7BC11D0-55D3-43E3-A43F-B6A71A885D80}" destId="{5C42631F-BC7E-446A-A2C1-2DA735014323}" srcOrd="1" destOrd="0" parTransId="{7711197F-B7FE-4618-A2D7-9355822CB677}" sibTransId="{09168679-EFD3-4C41-83E6-B6AEBE70E7B8}"/>
    <dgm:cxn modelId="{1E1A3CB0-CC38-47D0-AFC2-048D30E8AB2A}" type="presOf" srcId="{B7BC11D0-55D3-43E3-A43F-B6A71A885D80}" destId="{FA23D999-2362-4CA0-A1D7-FE26DAC98E12}" srcOrd="0" destOrd="0" presId="urn:microsoft.com/office/officeart/2005/8/layout/radial6"/>
    <dgm:cxn modelId="{5863D5B7-ED21-4DE7-A84A-477CC039B687}" type="presOf" srcId="{09168679-EFD3-4C41-83E6-B6AEBE70E7B8}" destId="{1EF3A9FE-8BB8-4509-B0AA-E6C68AE3C6B6}" srcOrd="0" destOrd="0" presId="urn:microsoft.com/office/officeart/2005/8/layout/radial6"/>
    <dgm:cxn modelId="{9C1C56C6-844C-4496-98E5-3EB068B94765}" type="presOf" srcId="{0455FCE7-4E31-4AE1-A9F2-027870EB50F8}" destId="{58A0DF15-1D45-4F24-A558-DBB190E13A3A}" srcOrd="0" destOrd="0" presId="urn:microsoft.com/office/officeart/2005/8/layout/radial6"/>
    <dgm:cxn modelId="{E8BEF1AC-38AC-4496-868A-46F20DDD1DF5}" type="presOf" srcId="{B2DE4830-BD7C-45D8-BDAC-E18513AB33FB}" destId="{E87B7494-5A97-4AC4-B60C-7A3D5E58D346}" srcOrd="0" destOrd="0" presId="urn:microsoft.com/office/officeart/2005/8/layout/radial6"/>
    <dgm:cxn modelId="{C5F42C8F-71BF-4C63-B647-CF2CF6507EDE}" srcId="{B7BC11D0-55D3-43E3-A43F-B6A71A885D80}" destId="{5C7EF678-FE25-4D1A-AF85-085FC1FA3A4F}" srcOrd="0" destOrd="0" parTransId="{C39B8F06-484A-4CE3-8257-9BFD995950AC}" sibTransId="{B7686229-EB1A-42B1-A417-80FA3004A860}"/>
    <dgm:cxn modelId="{7317DEAB-C4D9-4D31-850D-7E3F1964F122}" type="presOf" srcId="{EA1D5114-EFDA-41EB-BBBA-F2536033F506}" destId="{8EDB4C6B-ABB9-4872-ABCD-BF03F041FE3A}" srcOrd="0" destOrd="0" presId="urn:microsoft.com/office/officeart/2005/8/layout/radial6"/>
    <dgm:cxn modelId="{4A63A8A9-E2CA-4862-B43C-AC9EA4DC235B}" type="presOf" srcId="{81888A9A-BE12-4857-9C3A-71FE8B9613DF}" destId="{4D66AFCC-08C7-4293-BE06-05786D21463F}" srcOrd="0" destOrd="0" presId="urn:microsoft.com/office/officeart/2005/8/layout/radial6"/>
    <dgm:cxn modelId="{FC98C468-711F-49CB-9FEE-762FB2B0D6C6}" type="presOf" srcId="{FBF66206-F105-4FC9-B0E6-782D9AB75E2F}" destId="{DA09A38E-FA29-4AEA-9F6F-C7DE78E044EE}" srcOrd="0" destOrd="0" presId="urn:microsoft.com/office/officeart/2005/8/layout/radial6"/>
    <dgm:cxn modelId="{4F4DBF2B-4ED2-4D07-B478-86746CF069A5}" type="presOf" srcId="{B7686229-EB1A-42B1-A417-80FA3004A860}" destId="{FACD027B-3496-4F11-A98D-E8E27B2093DC}" srcOrd="0" destOrd="0" presId="urn:microsoft.com/office/officeart/2005/8/layout/radial6"/>
    <dgm:cxn modelId="{E25BC361-25A7-42CA-8CBB-441F9CA3A99F}" srcId="{FBF66206-F105-4FC9-B0E6-782D9AB75E2F}" destId="{B7BC11D0-55D3-43E3-A43F-B6A71A885D80}" srcOrd="0" destOrd="0" parTransId="{A78B7888-9EC6-47E7-B8A9-0A97BB2FC4BD}" sibTransId="{C424A7BB-2135-46D3-87E1-5A6A59284AFD}"/>
    <dgm:cxn modelId="{F6345F56-E62F-4481-9BC6-365F4C5224D7}" srcId="{B7BC11D0-55D3-43E3-A43F-B6A71A885D80}" destId="{0455FCE7-4E31-4AE1-A9F2-027870EB50F8}" srcOrd="4" destOrd="0" parTransId="{BFA2C38C-D51C-4A51-9874-32FF07C78494}" sibTransId="{EA1D5114-EFDA-41EB-BBBA-F2536033F506}"/>
    <dgm:cxn modelId="{44293121-7CDA-4458-9EFA-97B3AA6C9BDF}" type="presOf" srcId="{5C7EF678-FE25-4D1A-AF85-085FC1FA3A4F}" destId="{CCBE9621-8D53-4B67-BB96-B7BA572BEA3B}" srcOrd="0" destOrd="0" presId="urn:microsoft.com/office/officeart/2005/8/layout/radial6"/>
    <dgm:cxn modelId="{DD34440A-D0C6-4057-972C-E3371BCBF8DF}" type="presOf" srcId="{5C42631F-BC7E-446A-A2C1-2DA735014323}" destId="{5DA5C551-C43D-4455-9111-EC957DCF5F24}" srcOrd="0" destOrd="0" presId="urn:microsoft.com/office/officeart/2005/8/layout/radial6"/>
    <dgm:cxn modelId="{456B5C55-99DE-49F1-9C01-F60C0D5CCAF4}" type="presOf" srcId="{0AFD78CF-2377-449C-9D5E-AD0064AF6537}" destId="{9E74F42C-4A47-4429-A36B-700EC82CC601}" srcOrd="0" destOrd="0" presId="urn:microsoft.com/office/officeart/2005/8/layout/radial6"/>
    <dgm:cxn modelId="{789C0704-716D-4DD0-85E0-E889AA2E63AD}" type="presOf" srcId="{659F8164-3865-4209-AED1-A776BE657C65}" destId="{C0B337F9-3E46-45C0-8AAC-F97D8F89E93D}" srcOrd="0" destOrd="0" presId="urn:microsoft.com/office/officeart/2005/8/layout/radial6"/>
    <dgm:cxn modelId="{3E7E81A6-E952-4D3E-AF78-40F21BDCBB62}" type="presParOf" srcId="{DA09A38E-FA29-4AEA-9F6F-C7DE78E044EE}" destId="{FA23D999-2362-4CA0-A1D7-FE26DAC98E12}" srcOrd="0" destOrd="0" presId="urn:microsoft.com/office/officeart/2005/8/layout/radial6"/>
    <dgm:cxn modelId="{DEAD5F89-7823-45D0-90DE-E0ECB145655C}" type="presParOf" srcId="{DA09A38E-FA29-4AEA-9F6F-C7DE78E044EE}" destId="{CCBE9621-8D53-4B67-BB96-B7BA572BEA3B}" srcOrd="1" destOrd="0" presId="urn:microsoft.com/office/officeart/2005/8/layout/radial6"/>
    <dgm:cxn modelId="{64E0EA01-884D-4EB3-AF92-8E0EB5E21FF1}" type="presParOf" srcId="{DA09A38E-FA29-4AEA-9F6F-C7DE78E044EE}" destId="{FE82AA39-FD35-4708-B192-78D06D5336EF}" srcOrd="2" destOrd="0" presId="urn:microsoft.com/office/officeart/2005/8/layout/radial6"/>
    <dgm:cxn modelId="{741C5C61-0BE1-40CB-A1BE-244CF74D4D0E}" type="presParOf" srcId="{DA09A38E-FA29-4AEA-9F6F-C7DE78E044EE}" destId="{FACD027B-3496-4F11-A98D-E8E27B2093DC}" srcOrd="3" destOrd="0" presId="urn:microsoft.com/office/officeart/2005/8/layout/radial6"/>
    <dgm:cxn modelId="{A7F4A810-6FFA-49EC-84E2-98F52989F323}" type="presParOf" srcId="{DA09A38E-FA29-4AEA-9F6F-C7DE78E044EE}" destId="{5DA5C551-C43D-4455-9111-EC957DCF5F24}" srcOrd="4" destOrd="0" presId="urn:microsoft.com/office/officeart/2005/8/layout/radial6"/>
    <dgm:cxn modelId="{BF08759C-CBC4-491A-AB4A-347FEE52F263}" type="presParOf" srcId="{DA09A38E-FA29-4AEA-9F6F-C7DE78E044EE}" destId="{7A743182-FCCA-4843-BED2-A7E07AE98E6D}" srcOrd="5" destOrd="0" presId="urn:microsoft.com/office/officeart/2005/8/layout/radial6"/>
    <dgm:cxn modelId="{1670C1F4-46D6-4F53-B8F6-C5D677AC9836}" type="presParOf" srcId="{DA09A38E-FA29-4AEA-9F6F-C7DE78E044EE}" destId="{1EF3A9FE-8BB8-4509-B0AA-E6C68AE3C6B6}" srcOrd="6" destOrd="0" presId="urn:microsoft.com/office/officeart/2005/8/layout/radial6"/>
    <dgm:cxn modelId="{3B10DACF-7CFA-485F-AE77-D183D269855B}" type="presParOf" srcId="{DA09A38E-FA29-4AEA-9F6F-C7DE78E044EE}" destId="{E87B7494-5A97-4AC4-B60C-7A3D5E58D346}" srcOrd="7" destOrd="0" presId="urn:microsoft.com/office/officeart/2005/8/layout/radial6"/>
    <dgm:cxn modelId="{8D301FDF-2DAB-4670-BC89-A192EF4C37D0}" type="presParOf" srcId="{DA09A38E-FA29-4AEA-9F6F-C7DE78E044EE}" destId="{D2DC8328-6C2A-4EF1-8391-88ECBEC7317B}" srcOrd="8" destOrd="0" presId="urn:microsoft.com/office/officeart/2005/8/layout/radial6"/>
    <dgm:cxn modelId="{FD174736-5D94-4C21-BD1C-3DB375679CA9}" type="presParOf" srcId="{DA09A38E-FA29-4AEA-9F6F-C7DE78E044EE}" destId="{9E74F42C-4A47-4429-A36B-700EC82CC601}" srcOrd="9" destOrd="0" presId="urn:microsoft.com/office/officeart/2005/8/layout/radial6"/>
    <dgm:cxn modelId="{824E5BAC-9823-489A-94F1-73439D4AB691}" type="presParOf" srcId="{DA09A38E-FA29-4AEA-9F6F-C7DE78E044EE}" destId="{C0B337F9-3E46-45C0-8AAC-F97D8F89E93D}" srcOrd="10" destOrd="0" presId="urn:microsoft.com/office/officeart/2005/8/layout/radial6"/>
    <dgm:cxn modelId="{37DC015E-B8D9-4A6F-95A2-EE731940C73F}" type="presParOf" srcId="{DA09A38E-FA29-4AEA-9F6F-C7DE78E044EE}" destId="{69F416D2-5855-4CBB-958D-ABDF8E3BA181}" srcOrd="11" destOrd="0" presId="urn:microsoft.com/office/officeart/2005/8/layout/radial6"/>
    <dgm:cxn modelId="{1714B0DB-528C-451B-9122-AAFD8F9C4345}" type="presParOf" srcId="{DA09A38E-FA29-4AEA-9F6F-C7DE78E044EE}" destId="{4D66AFCC-08C7-4293-BE06-05786D21463F}" srcOrd="12" destOrd="0" presId="urn:microsoft.com/office/officeart/2005/8/layout/radial6"/>
    <dgm:cxn modelId="{3D04619C-8957-4DA2-9B10-A9F412FE363B}" type="presParOf" srcId="{DA09A38E-FA29-4AEA-9F6F-C7DE78E044EE}" destId="{58A0DF15-1D45-4F24-A558-DBB190E13A3A}" srcOrd="13" destOrd="0" presId="urn:microsoft.com/office/officeart/2005/8/layout/radial6"/>
    <dgm:cxn modelId="{89E1F11E-01E6-43F4-B207-94240E08DA79}" type="presParOf" srcId="{DA09A38E-FA29-4AEA-9F6F-C7DE78E044EE}" destId="{9B55C6FC-8D28-40C3-AC16-F9DCAEAA2ECD}" srcOrd="14" destOrd="0" presId="urn:microsoft.com/office/officeart/2005/8/layout/radial6"/>
    <dgm:cxn modelId="{25F86FD9-28F7-4AEE-94A8-CC121EBB2B39}" type="presParOf" srcId="{DA09A38E-FA29-4AEA-9F6F-C7DE78E044EE}" destId="{8EDB4C6B-ABB9-4872-ABCD-BF03F041FE3A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B4C6B-ABB9-4872-ABCD-BF03F041FE3A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11880000"/>
            <a:gd name="adj2" fmla="val 16200000"/>
            <a:gd name="adj3" fmla="val 4639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6AFCC-08C7-4293-BE06-05786D21463F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7560000"/>
            <a:gd name="adj2" fmla="val 11880000"/>
            <a:gd name="adj3" fmla="val 463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4F42C-4A47-4429-A36B-700EC82CC601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3240000"/>
            <a:gd name="adj2" fmla="val 7560000"/>
            <a:gd name="adj3" fmla="val 463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3A9FE-8BB8-4509-B0AA-E6C68AE3C6B6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20520000"/>
            <a:gd name="adj2" fmla="val 3240000"/>
            <a:gd name="adj3" fmla="val 463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D027B-3496-4F11-A98D-E8E27B2093DC}">
      <dsp:nvSpPr>
        <dsp:cNvPr id="0" name=""/>
        <dsp:cNvSpPr/>
      </dsp:nvSpPr>
      <dsp:spPr>
        <a:xfrm>
          <a:off x="798545" y="536393"/>
          <a:ext cx="3584509" cy="3584509"/>
        </a:xfrm>
        <a:prstGeom prst="blockArc">
          <a:avLst>
            <a:gd name="adj1" fmla="val 16200000"/>
            <a:gd name="adj2" fmla="val 20520000"/>
            <a:gd name="adj3" fmla="val 463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3D999-2362-4CA0-A1D7-FE26DAC98E12}">
      <dsp:nvSpPr>
        <dsp:cNvPr id="0" name=""/>
        <dsp:cNvSpPr/>
      </dsp:nvSpPr>
      <dsp:spPr>
        <a:xfrm>
          <a:off x="1765994" y="1503842"/>
          <a:ext cx="1649610" cy="16496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One</a:t>
          </a:r>
          <a:endParaRPr lang="en-US" sz="4800" kern="1200" dirty="0"/>
        </a:p>
      </dsp:txBody>
      <dsp:txXfrm>
        <a:off x="2007574" y="1745422"/>
        <a:ext cx="1166450" cy="1166450"/>
      </dsp:txXfrm>
    </dsp:sp>
    <dsp:sp modelId="{CCBE9621-8D53-4B67-BB96-B7BA572BEA3B}">
      <dsp:nvSpPr>
        <dsp:cNvPr id="0" name=""/>
        <dsp:cNvSpPr/>
      </dsp:nvSpPr>
      <dsp:spPr>
        <a:xfrm>
          <a:off x="2013436" y="599"/>
          <a:ext cx="1154727" cy="11547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Two</a:t>
          </a:r>
          <a:endParaRPr lang="en-US" sz="2500" kern="1200" dirty="0"/>
        </a:p>
      </dsp:txBody>
      <dsp:txXfrm>
        <a:off x="2182542" y="169705"/>
        <a:ext cx="816515" cy="816515"/>
      </dsp:txXfrm>
    </dsp:sp>
    <dsp:sp modelId="{5DA5C551-C43D-4455-9111-EC957DCF5F24}">
      <dsp:nvSpPr>
        <dsp:cNvPr id="0" name=""/>
        <dsp:cNvSpPr/>
      </dsp:nvSpPr>
      <dsp:spPr>
        <a:xfrm>
          <a:off x="3678436" y="1210293"/>
          <a:ext cx="1154727" cy="11547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Three</a:t>
          </a:r>
          <a:endParaRPr lang="en-US" sz="2500" kern="1200" dirty="0"/>
        </a:p>
      </dsp:txBody>
      <dsp:txXfrm>
        <a:off x="3847542" y="1379399"/>
        <a:ext cx="816515" cy="816515"/>
      </dsp:txXfrm>
    </dsp:sp>
    <dsp:sp modelId="{E87B7494-5A97-4AC4-B60C-7A3D5E58D346}">
      <dsp:nvSpPr>
        <dsp:cNvPr id="0" name=""/>
        <dsp:cNvSpPr/>
      </dsp:nvSpPr>
      <dsp:spPr>
        <a:xfrm>
          <a:off x="3042462" y="3167618"/>
          <a:ext cx="1154727" cy="11547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Four</a:t>
          </a:r>
          <a:endParaRPr lang="en-US" sz="2500" kern="1200" dirty="0"/>
        </a:p>
      </dsp:txBody>
      <dsp:txXfrm>
        <a:off x="3211568" y="3336724"/>
        <a:ext cx="816515" cy="816515"/>
      </dsp:txXfrm>
    </dsp:sp>
    <dsp:sp modelId="{C0B337F9-3E46-45C0-8AAC-F97D8F89E93D}">
      <dsp:nvSpPr>
        <dsp:cNvPr id="0" name=""/>
        <dsp:cNvSpPr/>
      </dsp:nvSpPr>
      <dsp:spPr>
        <a:xfrm>
          <a:off x="984409" y="3167618"/>
          <a:ext cx="1154727" cy="11547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Five</a:t>
          </a:r>
          <a:endParaRPr lang="en-US" sz="2500" kern="1200" dirty="0"/>
        </a:p>
      </dsp:txBody>
      <dsp:txXfrm>
        <a:off x="1153515" y="3336724"/>
        <a:ext cx="816515" cy="816515"/>
      </dsp:txXfrm>
    </dsp:sp>
    <dsp:sp modelId="{58A0DF15-1D45-4F24-A558-DBB190E13A3A}">
      <dsp:nvSpPr>
        <dsp:cNvPr id="0" name=""/>
        <dsp:cNvSpPr/>
      </dsp:nvSpPr>
      <dsp:spPr>
        <a:xfrm>
          <a:off x="348436" y="1210293"/>
          <a:ext cx="1154727" cy="115472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Six</a:t>
          </a:r>
          <a:endParaRPr lang="en-US" sz="2500" kern="1200" dirty="0"/>
        </a:p>
      </dsp:txBody>
      <dsp:txXfrm>
        <a:off x="517542" y="1379399"/>
        <a:ext cx="816515" cy="816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6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0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06900"/>
            <a:ext cx="10515600" cy="1362075"/>
          </a:xfrm>
        </p:spPr>
        <p:txBody>
          <a:bodyPr anchor="t"/>
          <a:lstStyle>
            <a:lvl1pPr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0671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4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0863"/>
            <a:ext cx="5181600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7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35113"/>
            <a:ext cx="5156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74875"/>
            <a:ext cx="51562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535113"/>
            <a:ext cx="51577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74875"/>
            <a:ext cx="5157787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3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8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7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85800"/>
            <a:ext cx="4013200" cy="1160463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6663" y="685800"/>
            <a:ext cx="6300787" cy="5486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850" y="1846263"/>
            <a:ext cx="4013200" cy="4325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4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075" y="4800600"/>
            <a:ext cx="7177088" cy="566738"/>
          </a:xfrm>
        </p:spPr>
        <p:txBody>
          <a:bodyPr anchor="b"/>
          <a:lstStyle>
            <a:lvl1pPr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5075" y="685800"/>
            <a:ext cx="7177088" cy="4041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5075" y="5367338"/>
            <a:ext cx="71770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1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16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5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086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666E6-13B0-44E2-B4BE-B55F5427488A}" type="datetimeFigureOut">
              <a:rPr lang="en-US" smtClean="0"/>
              <a:t>8/14/1947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C3F81-60EF-4CA6-9218-F90A8FB18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8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&#65279;<?xml version="1.0" encoding="UTF-8" standalone="yes"?>
<Relationships xmlns="http://schemas.openxmlformats.org/package/2006/relationships">
    <Relationship Id="rId2" Type="http://schemas.openxmlformats.org/officeDocument/2006/relationships/image" Target="../media/image1.jpg"/>
    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Title Layout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2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 and Content Layout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064553"/>
              </p:ext>
            </p:extLst>
          </p:nvPr>
        </p:nvGraphicFramePr>
        <p:xfrm>
          <a:off x="838200" y="1820863"/>
          <a:ext cx="10515600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Content Layout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quick brown fox jumps over the lazy dog. </a:t>
            </a:r>
          </a:p>
          <a:p>
            <a:endParaRPr lang="en-US" dirty="0" smtClean="0"/>
          </a:p>
          <a:p>
            <a:r>
              <a:rPr lang="en-US" dirty="0" smtClean="0"/>
              <a:t>The quick brown fox jumps over the lazy dog.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quick brown fox jumps over the lazy dog.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8305470"/>
              </p:ext>
            </p:extLst>
          </p:nvPr>
        </p:nvGraphicFramePr>
        <p:xfrm>
          <a:off x="6172200" y="1820863"/>
          <a:ext cx="518160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3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Photo Layout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Santa Cruz Lighthouse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63" y="688132"/>
            <a:ext cx="7170712" cy="403711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C3F81-60EF-4CA6-9218-F90A8FB18F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2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
  </Template>
  <TotalTime>0</TotalTime>
  <Words>52</Words>
  <Application>Microsoft Office PowerPoint</Application>
  <PresentationFormat>Custom</PresentationFormat>
  <Paragraphs>17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Title Layout</vt:lpstr>
      <vt:lpstr>Title and Content Layout</vt:lpstr>
      <vt:lpstr>Two Content Layout</vt:lpstr>
      <vt:lpstr>Photo Layout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
  </dc:creator>
  <cp:lastModifiedBy>
  </cp:lastModifiedBy>
  <cp:revision>1</cp:revision>
  <dcterms:created xsi:type="dcterms:W3CDTF">2012-03-06T19:58:32Z</dcterms:created>
  <dcterms:modified xsi:type="dcterms:W3CDTF">2012-03-07T16:09:50Z</dcterms:modified>
</cp:coreProperties>
</file>
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53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3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95B52D-61ED-4098-939F-22ABFA237C12}" type="datetimeFigureOut">
              <a:rPr lang="en-US" smtClean="0"/>
              <a:t>4/5/2018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1B538-CD96-434B-9C53-B1D0A8D3E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804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1B538-CD96-434B-9C53-B1D0A8D3EE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034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FA770-4367-430B-ABC0-1B9FA7771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A3004-FF09-4F31-A99A-A7DC199BD7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36A5D-1B66-4BFC-B01D-0392688CA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0B9D-ECEC-49B4-BF66-F90091E1AF0F}" type="datetimeFigureOut">
              <a:rPr lang="en-US" smtClean="0"/>
              <a:t>4/5/2018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12466-8600-4971-8711-7BE613082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2F478-4588-4ECD-ACEA-3F441516B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E7DF-C412-4FDA-91A8-44F1163B6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773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8422-C73D-4D93-BF1B-6D732AD0E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5EA1B-E5FA-4A36-A520-6F9779564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467C8-ECB9-49A9-AB07-6D9AE39A2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0B9D-ECEC-49B4-BF66-F90091E1AF0F}" type="datetimeFigureOut">
              <a:rPr lang="en-US" smtClean="0"/>
              <a:t>4/5/2018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9B184-E97C-444E-B77A-968850BF7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475E8-22F9-4D06-904D-EA3C85F2E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E7DF-C412-4FDA-91A8-44F1163B6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657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8B29A-4DC4-427C-BFF0-DDF436F96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A39226-12D2-4974-B83C-9CECEA002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DD468-5612-4D61-845F-F7228B2D2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0B9D-ECEC-49B4-BF66-F90091E1AF0F}" type="datetimeFigureOut">
              <a:rPr lang="en-US" smtClean="0"/>
              <a:t>4/5/2018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60310-C906-4CE7-B1E5-99B20FFD5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2C01B-C8C2-4842-A2B4-7FB572AF0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E7DF-C412-4FDA-91A8-44F1163B6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84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FC833-069E-4F00-8BC6-45CBC8D8B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2974C-5E38-42C3-99B3-8B9AECF501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A9315B-4548-4219-ABBD-7312F1D095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5373E-8551-4CEC-B60A-C0B0124E5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0B9D-ECEC-49B4-BF66-F90091E1AF0F}" type="datetimeFigureOut">
              <a:rPr lang="en-US" smtClean="0"/>
              <a:t>4/5/2018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B0501-256A-4ACE-84D2-EA4437F47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F3845-7A31-4309-9D6F-92DFBEB97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E7DF-C412-4FDA-91A8-44F1163B6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323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1DDAD-DF0D-4452-84E3-539E7AA35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27CC3-F645-45D2-8BA3-BD6FE0C28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5F36E-E9EF-4FB0-8910-8DFD95D69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318EBF-1501-4985-AD80-CDF18ACE6E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0EB577-DCC9-4AB0-BC8B-C7788E37CC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9BFF7F-53E1-4F74-B531-D2A79254C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0B9D-ECEC-49B4-BF66-F90091E1AF0F}" type="datetimeFigureOut">
              <a:rPr lang="en-US" smtClean="0"/>
              <a:t>4/5/2018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C8AACD-9AC2-42C8-A95A-FE41212D2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213B4-D7A1-4CBF-A827-457CF6056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E7DF-C412-4FDA-91A8-44F1163B6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903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8BF15-4A29-49A0-8F71-D79989CAB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40707-C13C-43A8-B0C1-638527224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0B9D-ECEC-49B4-BF66-F90091E1AF0F}" type="datetimeFigureOut">
              <a:rPr lang="en-US" smtClean="0"/>
              <a:t>4/5/2018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B6A859-9EC6-445A-8673-A3C5B60F2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AACB4D-2651-46E6-978D-5746BD30A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E7DF-C412-4FDA-91A8-44F1163B6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3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6F2DDD-248B-40FB-8F4F-C4BD867A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0B9D-ECEC-49B4-BF66-F90091E1AF0F}" type="datetimeFigureOut">
              <a:rPr lang="en-US" smtClean="0"/>
              <a:t>4/5/2018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E1B33A-AF87-45F7-9530-85ECEEC00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E3F9A-B5B2-45C2-A2ED-742B343C4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E7DF-C412-4FDA-91A8-44F1163B6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826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BD441-E597-4010-987D-FFB7830F5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045AC-A4C6-4D33-8D24-91CC03EF0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F5FC4-7B7C-4B57-B7C9-F4C820796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3B151-E13C-402C-A255-1D5042AB7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0B9D-ECEC-49B4-BF66-F90091E1AF0F}" type="datetimeFigureOut">
              <a:rPr lang="en-US" smtClean="0"/>
              <a:t>4/5/2018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9B4654-6C8D-4F43-B6E3-829BA7C0E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2BD4F-C698-427C-A37D-0C94C152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E7DF-C412-4FDA-91A8-44F1163B6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19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09FA1-4467-4BEF-995E-A8086FAA9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3F1A61-A900-4FD0-9055-AE4C483B44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BFA43E-072D-4215-9D06-141439A23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6985F-1BE2-40AA-A865-655EBB69F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0B9D-ECEC-49B4-BF66-F90091E1AF0F}" type="datetimeFigureOut">
              <a:rPr lang="en-US" smtClean="0"/>
              <a:t>4/5/2018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331A6-2B70-41B7-BBE3-1320CC0C7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62F41-4C06-46DB-9118-EC4C88C99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E7DF-C412-4FDA-91A8-44F1163B6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14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90CEF-03F2-4079-BBD0-9E5D25DEE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C310B-4314-4C89-8A7E-0040629C4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B256D-8E81-4238-A28E-C54AFA5A8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0B9D-ECEC-49B4-BF66-F90091E1AF0F}" type="datetimeFigureOut">
              <a:rPr lang="en-US" smtClean="0"/>
              <a:t>4/5/2018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557FD-7C89-408F-A3ED-9019E5DF0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F6CFF-CF30-454B-A603-72F53DC61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E7DF-C412-4FDA-91A8-44F1163B6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541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C423B6-D5DA-4B7F-9B9D-2079763043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42CAF5-01A4-4A74-8A1D-55FFFE3DC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F2CA2-2FDF-44B1-8283-1526ED095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0B9D-ECEC-49B4-BF66-F90091E1AF0F}" type="datetimeFigureOut">
              <a:rPr lang="en-US" smtClean="0"/>
              <a:t>4/5/2018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F5BD6-8394-4DE9-B9A1-C94AF784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1A37B-6036-47A7-BCA8-13ED99CBA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E7DF-C412-4FDA-91A8-44F1163B6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61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E3C188-2391-4353-A859-B1EADD496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554BC-E641-4C9B-B3C7-BB5128E07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81B6C-B8A4-446D-9813-601DBD5A5D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30B9D-ECEC-49B4-BF66-F90091E1AF0F}" type="datetimeFigureOut">
              <a:rPr lang="en-US" smtClean="0"/>
              <a:t>4/5/2018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EF137-08A9-4FD7-959A-34B5BC0D6C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FED67-B401-45B1-AA3A-EF881E07F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CE7DF-C412-4FDA-91A8-44F1163B6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40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A1982-68DE-47C3-86E3-C7194B1DCB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E2DC51-1EA2-4906-B118-A957EC85CF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Your file will open in </a:t>
            </a:r>
            <a:r>
              <a:rPr lang="en-US"/>
              <a:t>WDAG shortly.</a:t>
            </a:r>
          </a:p>
        </p:txBody>
      </p:sp>
    </p:spTree>
    <p:extLst>
      <p:ext uri="{BB962C8B-B14F-4D97-AF65-F5344CB8AC3E}">
        <p14:creationId xmlns:p14="http://schemas.microsoft.com/office/powerpoint/2010/main" val="571093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2018-04-06T01:15:15Z</dcterms:created>
  <dcterms:modified xsi:type="dcterms:W3CDTF">2018-04-06T01:15:23Z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balajib@microsoft.com</vt:lpwstr>
  </property>
  <property fmtid="{D5CDD505-2E9C-101B-9397-08002B2CF9AE}" pid="5" name="MSIP_Label_f42aa342-8706-4288-bd11-ebb85995028c_SetDate">
    <vt:lpwstr>2018-04-06T01:15:23.3555029Z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</Properties>
</file>